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Roboto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jpBOD1wnFu5Ox5hv3wUcSwmDxw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font" Target="fonts/Roboto-regular.fntdata"/><Relationship Id="rId11" Type="http://schemas.openxmlformats.org/officeDocument/2006/relationships/font" Target="fonts/Roboto-bold.fntdata"/><Relationship Id="rId12" Type="http://schemas.openxmlformats.org/officeDocument/2006/relationships/font" Target="fonts/Roboto-italic.fntdata"/><Relationship Id="rId13" Type="http://schemas.openxmlformats.org/officeDocument/2006/relationships/font" Target="fonts/Roboto-boldItalic.fntdata"/><Relationship Id="rId14" Type="http://schemas.openxmlformats.org/officeDocument/2006/relationships/font" Target="fonts/RobotoMedium-regular.fntdata"/><Relationship Id="rId15" Type="http://schemas.openxmlformats.org/officeDocument/2006/relationships/font" Target="fonts/RobotoMedium-bold.fntdata"/><Relationship Id="rId16" Type="http://schemas.openxmlformats.org/officeDocument/2006/relationships/font" Target="fonts/RobotoMedium-italic.fntdata"/><Relationship Id="rId17" Type="http://schemas.openxmlformats.org/officeDocument/2006/relationships/font" Target="fonts/RobotoMedium-boldItalic.fntdata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2296137532f5a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2296137532f5a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296137532f5a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h2296137532f5a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2500"/>
              <a:buFont typeface="Roboto Medium"/>
              <a:buNone/>
              <a:defRPr sz="25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9pPr>
          </a:lstStyle>
          <a:p/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5858" y="4726170"/>
            <a:ext cx="1407814" cy="31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i="0" sz="2400" u="none" cap="none" strike="noStrike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 rot="-5400000">
            <a:off x="2158615" y="-2137275"/>
            <a:ext cx="86897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8"/>
          <p:cNvPicPr preferRelativeResize="0"/>
          <p:nvPr/>
        </p:nvPicPr>
        <p:blipFill rotWithShape="1">
          <a:blip r:embed="rId2">
            <a:alphaModFix amt="11000"/>
          </a:blip>
          <a:srcRect b="4935" l="0" r="0" t="17694"/>
          <a:stretch/>
        </p:blipFill>
        <p:spPr>
          <a:xfrm rot="-5400000">
            <a:off x="6719951" y="-1555100"/>
            <a:ext cx="868950" cy="39791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/>
          <p:nvPr/>
        </p:nvSpPr>
        <p:spPr>
          <a:xfrm rot="5400000">
            <a:off x="4113300" y="-4111500"/>
            <a:ext cx="917400" cy="9140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46A"/>
              </a:buClr>
              <a:buSzPts val="2400"/>
              <a:buFont typeface="Roboto"/>
              <a:buNone/>
              <a:defRPr b="1" sz="2400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0" name="Google Shape;30;p8"/>
          <p:cNvPicPr preferRelativeResize="0"/>
          <p:nvPr/>
        </p:nvPicPr>
        <p:blipFill rotWithShape="1">
          <a:blip r:embed="rId3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0" y="2220966"/>
            <a:ext cx="91422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GreenCharge</a:t>
            </a:r>
          </a:p>
        </p:txBody>
      </p:sp>
      <p:sp>
        <p:nvSpPr>
          <p:cNvPr id="46" name="Google Shape;46;p1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>
              <a:defRPr sz="1600" b="1">
                <a:solidFill>
                  <a:srgbClr val="EF7C14"/>
                </a:solidFill>
              </a:defRPr>
            </a:pPr>
            <a:r>
              <a:t>Autonomous, Carbon-Aware EV Charging &amp; Dynamic ENACT Adaptation</a:t>
            </a:r>
          </a:p>
          <a:p>
            <a:pPr>
              <a:defRPr sz="1300">
                <a:solidFill>
                  <a:srgbClr val="D2DCE6"/>
                </a:solidFill>
              </a:defRPr>
            </a:pPr>
            <a:r>
              <a:t>ENACT VelesHack 2026 | Sovereign Dataspaces &amp; Adaptive Cloud-Native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GitHub repo</a:t>
            </a:r>
          </a:p>
        </p:txBody>
      </p: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350">
                <a:solidFill>
                  <a:srgbClr val="1A2430"/>
                </a:solidFill>
              </a:rPr>
              <a:t>GitHub Repository: </a:t>
            </a:r>
            <a:r>
              <a:rPr b="0" sz="1350">
                <a:solidFill>
                  <a:srgbClr val="3C4B5A"/>
                </a:solidFill>
              </a:rPr>
              <a:t>https://github.com/Adelin12378/ENACT-VELESHACK-2026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350">
                <a:solidFill>
                  <a:srgbClr val="1A2430"/>
                </a:solidFill>
              </a:rPr>
              <a:t>Project Stack: </a:t>
            </a:r>
            <a:r>
              <a:rPr b="0" sz="1350">
                <a:solidFill>
                  <a:srgbClr val="3C4B5A"/>
                </a:solidFill>
              </a:rPr>
              <a:t>Java 21, Spring Boot 3 microservice, Helm packaging (chart/), and containerized automated test suite.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350">
                <a:solidFill>
                  <a:srgbClr val="1A2430"/>
                </a:solidFill>
              </a:rPr>
              <a:t>ENACT Infrastructure: </a:t>
            </a:r>
            <a:r>
              <a:rPr b="0" sz="1350">
                <a:solidFill>
                  <a:srgbClr val="3C4B5A"/>
                </a:solidFill>
              </a:rPr>
              <a:t>Local 3-node Kind Kubernetes cluster (enact-dev) preconfigured with Cilium eBPF CNI, Hubble UI, and Kepler energy exporter.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350">
                <a:solidFill>
                  <a:srgbClr val="1A2430"/>
                </a:solidFill>
              </a:rPr>
              <a:t>Exposed APIs: </a:t>
            </a:r>
            <a:r>
              <a:rPr b="0" sz="1350">
                <a:solidFill>
                  <a:srgbClr val="3C4B5A"/>
                </a:solidFill>
              </a:rPr>
              <a:t>EV route scoring (/route), fleet status (/chargers), sovereign carbon feed ingest (/dataspace/carbon), and dynamic adaptation (/adaptation).</a:t>
            </a:r>
          </a:p>
        </p:txBody>
      </p:sp>
      <p:sp>
        <p:nvSpPr>
          <p:cNvPr id="53" name="Google Shape;53;p2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8108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296137532f5afa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Summary</a:t>
            </a:r>
          </a:p>
        </p:txBody>
      </p:sp>
      <p:sp>
        <p:nvSpPr>
          <p:cNvPr id="59" name="Google Shape;59;h2296137532f5afa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350">
                <a:solidFill>
                  <a:srgbClr val="1A2430"/>
                </a:solidFill>
              </a:rPr>
              <a:t>The Problem: </a:t>
            </a:r>
            <a:r>
              <a:rPr b="0" sz="1350">
                <a:solidFill>
                  <a:srgbClr val="3C4B5A"/>
                </a:solidFill>
              </a:rPr>
              <a:t>Traditional EV routing ignores dynamic municipal grid carbon intensity (55–240 gCO₂/kWh across districts), resulting in unnecessary carbon emissions and peak fossil grid stress.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350">
                <a:solidFill>
                  <a:srgbClr val="1A2430"/>
                </a:solidFill>
              </a:rPr>
              <a:t>The GreenCharge Solution: </a:t>
            </a:r>
            <a:r>
              <a:rPr b="0" sz="1350">
                <a:solidFill>
                  <a:srgbClr val="3C4B5A"/>
                </a:solidFill>
              </a:rPr>
              <a:t>Dynamically routes EV drivers to the greenest available municipal charger in real time, updating recommendations as grid carbon intensities swing.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350">
                <a:solidFill>
                  <a:srgbClr val="1A2430"/>
                </a:solidFill>
              </a:rPr>
              <a:t>Sovereign Dataspace Integration: </a:t>
            </a:r>
            <a:r>
              <a:rPr b="0" sz="1350">
                <a:solidFill>
                  <a:srgbClr val="3C4B5A"/>
                </a:solidFill>
              </a:rPr>
              <a:t>Ingests live utility grid-carbon-intensity telemetry under a sovereign dataspace contract; transitions UI from mock to live feed with zero app code changes.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350">
                <a:solidFill>
                  <a:srgbClr val="1A2430"/>
                </a:solidFill>
              </a:rPr>
              <a:t>Policy-Governed Deployment: </a:t>
            </a:r>
            <a:r>
              <a:rPr b="0" sz="1350">
                <a:solidFill>
                  <a:srgbClr val="3C4B5A"/>
                </a:solidFill>
              </a:rPr>
              <a:t>Packaged via Helm and deployed on green-powered compute nodes governed by declarative ENACT runtime policies.</a:t>
            </a:r>
          </a:p>
        </p:txBody>
      </p:sp>
      <p:sp>
        <p:nvSpPr>
          <p:cNvPr id="60" name="Google Shape;60;h2296137532f5afa_0_0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2296137532f5afa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Highlights</a:t>
            </a:r>
          </a:p>
        </p:txBody>
      </p:sp>
      <p:sp>
        <p:nvSpPr>
          <p:cNvPr id="66" name="Google Shape;66;h2296137532f5afa_0_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350">
                <a:solidFill>
                  <a:srgbClr val="1A2430"/>
                </a:solidFill>
              </a:rPr>
              <a:t>Application Policy Model (APM): </a:t>
            </a:r>
            <a:r>
              <a:rPr b="0" sz="1350">
                <a:solidFill>
                  <a:srgbClr val="3C4B5A"/>
                </a:solidFill>
              </a:rPr>
              <a:t>Declarative policymodel.yml enforces placement and sustainability rules: Region eu-west (Hard), Availability ≥ 0.90 (Hard), and Green Energy Mix ≥ 0.60 (Soft).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350">
                <a:solidFill>
                  <a:srgbClr val="1A2430"/>
                </a:solidFill>
              </a:rPr>
              <a:t>Application Controller (AC) Adaptation: </a:t>
            </a:r>
            <a:r>
              <a:rPr b="0" sz="1350">
                <a:solidFill>
                  <a:srgbClr val="3C4B5A"/>
                </a:solidFill>
              </a:rPr>
              <a:t>Engineered AdaptationService evaluating host ResourceMetrics; dynamically recommends automated elasticity actions (scale_up / scale_down / no_action).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350">
                <a:solidFill>
                  <a:srgbClr val="1A2430"/>
                </a:solidFill>
              </a:rPr>
              <a:t>Green Scheduling Enforcement: </a:t>
            </a:r>
            <a:r>
              <a:rPr b="0" sz="1350">
                <a:solidFill>
                  <a:srgbClr val="3C4B5A"/>
                </a:solidFill>
              </a:rPr>
              <a:t>Workload scheduled onto green-compliant worker nodes (enact-dev-worker) via ENACT APPLPM controller manager and custom RuntimePolicy CRD.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350">
                <a:solidFill>
                  <a:srgbClr val="1A2430"/>
                </a:solidFill>
              </a:rPr>
              <a:t>Full Observability &amp; Validation: </a:t>
            </a:r>
            <a:r>
              <a:rPr b="0" sz="1350">
                <a:solidFill>
                  <a:srgbClr val="3C4B5A"/>
                </a:solidFill>
              </a:rPr>
              <a:t>Monitored via TDCME Monitor API, Prometheus, and Grafana; node power tracked with Kepler and network flows visualized via Cilium Hubble.</a:t>
            </a:r>
          </a:p>
        </p:txBody>
      </p:sp>
      <p:sp>
        <p:nvSpPr>
          <p:cNvPr id="67" name="Google Shape;67;h2296137532f5afa_0_6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Anastasios Zafeiropoulos</dc:creator>
</cp:coreProperties>
</file>